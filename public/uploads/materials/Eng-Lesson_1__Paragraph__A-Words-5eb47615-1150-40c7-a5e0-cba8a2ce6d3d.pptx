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0" b="1" dirty="0"/>
              <a:t>Annie</a:t>
            </a:r>
            <a:r>
              <a:rPr lang="en-US" sz="7200" dirty="0"/>
              <a:t> the </a:t>
            </a:r>
            <a:r>
              <a:rPr lang="en-US" sz="7200" b="1" dirty="0"/>
              <a:t>astronaut</a:t>
            </a:r>
            <a:r>
              <a:rPr lang="en-US" sz="7200" dirty="0"/>
              <a:t> was very </a:t>
            </a:r>
            <a:r>
              <a:rPr lang="en-US" sz="7200" b="1" dirty="0"/>
              <a:t>active</a:t>
            </a:r>
            <a:r>
              <a:rPr lang="en-US" sz="7200" dirty="0"/>
              <a:t>. One day, she packed an </a:t>
            </a:r>
            <a:r>
              <a:rPr lang="en-US" sz="7200" b="1" dirty="0"/>
              <a:t>apple</a:t>
            </a:r>
            <a:r>
              <a:rPr lang="en-US" sz="7200" dirty="0"/>
              <a:t> for her trip. She saw an </a:t>
            </a:r>
            <a:r>
              <a:rPr lang="en-US" sz="7200" b="1" dirty="0"/>
              <a:t>asteroid</a:t>
            </a:r>
            <a:r>
              <a:rPr lang="en-US" sz="7200" dirty="0"/>
              <a:t> through the window and felt </a:t>
            </a:r>
            <a:r>
              <a:rPr lang="en-US" sz="7200" b="1" dirty="0"/>
              <a:t>amazed</a:t>
            </a:r>
            <a:r>
              <a:rPr lang="en-US" sz="7200" dirty="0"/>
              <a:t>. It was an </a:t>
            </a:r>
            <a:r>
              <a:rPr lang="en-US" sz="7200" b="1" dirty="0"/>
              <a:t>awesome adventure</a:t>
            </a:r>
            <a:r>
              <a:rPr lang="en-US" sz="7200" dirty="0"/>
              <a:t> in the stars. She couldn't wait to tell her </a:t>
            </a:r>
            <a:r>
              <a:rPr lang="en-US" sz="7200" b="1" dirty="0"/>
              <a:t>aunt</a:t>
            </a:r>
            <a:r>
              <a:rPr lang="en-US" sz="7200" dirty="0"/>
              <a:t> about the </a:t>
            </a:r>
            <a:r>
              <a:rPr lang="en-US" sz="7200" b="1" dirty="0"/>
              <a:t>action</a:t>
            </a:r>
            <a:r>
              <a:rPr lang="en-US" sz="7200" dirty="0"/>
              <a:t>.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10</cp:revision>
  <dcterms:created xsi:type="dcterms:W3CDTF">2026-01-24T07:16:40Z</dcterms:created>
  <dcterms:modified xsi:type="dcterms:W3CDTF">2026-02-03T13:44:20Z</dcterms:modified>
</cp:coreProperties>
</file>