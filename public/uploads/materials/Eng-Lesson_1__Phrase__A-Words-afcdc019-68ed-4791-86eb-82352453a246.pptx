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b="1" dirty="0"/>
              <a:t>Angry</a:t>
            </a:r>
            <a:r>
              <a:rPr lang="en-PH" sz="7200" dirty="0"/>
              <a:t> ant</a:t>
            </a:r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b="1" dirty="0"/>
              <a:t>Apple</a:t>
            </a:r>
            <a:r>
              <a:rPr lang="en-PH" sz="7200" dirty="0"/>
              <a:t> pie</a:t>
            </a:r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b="1" dirty="0"/>
              <a:t>Airplane </a:t>
            </a:r>
            <a:r>
              <a:rPr lang="en-PH" sz="7200" dirty="0"/>
              <a:t>in sky</a:t>
            </a:r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b="1" dirty="0"/>
              <a:t>Alligator </a:t>
            </a:r>
            <a:r>
              <a:rPr lang="en-PH" sz="7200" dirty="0"/>
              <a:t>in pond</a:t>
            </a:r>
            <a:endParaRPr lang="en-PH" sz="7200" b="1" dirty="0"/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b="1" dirty="0"/>
              <a:t>Astronaut </a:t>
            </a:r>
            <a:r>
              <a:rPr lang="en-PH" sz="7200" dirty="0"/>
              <a:t>in space</a:t>
            </a:r>
            <a:endParaRPr lang="en-PH" sz="7200" b="1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13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8</cp:revision>
  <dcterms:created xsi:type="dcterms:W3CDTF">2026-01-24T07:16:40Z</dcterms:created>
  <dcterms:modified xsi:type="dcterms:W3CDTF">2026-02-03T13:37:41Z</dcterms:modified>
</cp:coreProperties>
</file>