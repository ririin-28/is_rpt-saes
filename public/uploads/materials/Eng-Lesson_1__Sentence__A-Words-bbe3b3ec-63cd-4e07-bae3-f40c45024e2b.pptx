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062-C743-B156-CF8B-86A1499F6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EE515-E278-AE9A-BF2B-6C3EE2D9A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1B59-5078-C2AA-AAB2-4E6A71DA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5222-DC3F-A9E3-6F5E-BF0C3CFC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2067-56FC-8C08-5252-A23CD6A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19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CE00-F965-751B-57A1-7F589F55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6B79-D9F5-C65A-631D-822F1338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E79A6-0ECB-2B86-3F73-5D8838B0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8F6-8F3D-64E2-278D-F5B7424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220BB-AF60-5050-E2FA-808A6061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500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DB1C-5748-5AB5-8CA4-57777429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C010B-1771-B2AB-EB0D-4CC6ADB1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94A0-C414-F633-7B7A-91CEF57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5788-B14E-07A7-D6DA-35457C71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A56A-0659-FD43-2555-4F6F7AD7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17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32A-2D4E-B5C9-5BC3-E6F937DD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4431-6B66-2697-7667-84859DE9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7DB28-0A07-7614-F659-7D8D497A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63CF-360D-BC14-09EE-F0DB3B49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5A80-53B6-1D2D-377F-7DE5B285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FC352-02A5-E6CE-D317-FC8CD03F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98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EEE3-9014-4EF6-804F-ED683F4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FE6BC-4080-5CF8-1180-D8B82ECD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F063A-F51C-4884-BDFB-99495DCEF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61850-5AF4-6A81-7572-6CD4E8E6A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AB6BB-BD6E-9380-346F-8961C330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EFEB8-C631-9A33-2F6F-993E7BF1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2C3E-FFD4-F36A-FFF2-83C2458D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058F4-CE87-598F-88DF-AB99971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276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F798-5E32-9A95-B0F6-FC73702E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BC97-0BF6-DCD6-D650-825751FE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5A5A-C36D-10A2-85A7-959EB24E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5E02E-F48C-20A6-2E0F-CF8C999C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2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1BD95-10EB-4573-3205-10200DAC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FE0C1-2AD2-A980-AAE3-5888BE06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F2BF-7410-A818-3068-31C7D491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42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3EF3-6E17-674E-897F-B8FA45EA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6224-23E1-C5DE-8C9F-AB2B9FC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4071E-B4D5-593B-8369-1FD01911D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ACAE-F47A-B9D0-EA25-98C0C451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71F0-418D-DAA9-08AE-F08B72FF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839E-33FD-0CE3-C39D-687BC3DC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1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2469-0E87-F7B4-7F11-1CE496D3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58CBB-32A3-7F87-1B4A-ED3C15784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CF77F-6340-C100-01D3-B64135CB6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F5BA-C36E-DB39-92F4-EE130041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8D1-0C96-4699-2216-AA6C552B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D58B-48AC-88E6-2BEA-199F0ABA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82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83EF-CF15-F01A-0B90-26CF68D2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B1C1E-3528-ABBA-7DFD-9E9E05E7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F1E8-B507-E0FD-66B5-E7100E10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30BB-F51F-E5E8-6521-92CB656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9001F-A137-9514-3450-635A4730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518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31676-0A58-FC2D-CF23-F62EACDD2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44DBF-C6D4-7CA3-2DD4-310BC78CA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5179-5996-A85C-0E70-632327ED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8CA7-A545-5FC9-A4D8-DD546D5C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90B0-2D04-E424-927A-32435D9D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203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08F06-0213-1983-2225-4500C26C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D34C-D2D9-24FE-E858-003774BE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5A87-CB75-22C6-827F-74255338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F0A1-B9CA-BE18-E2C3-88AE4EF27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66EA-3949-49F4-CFA3-FAFAF71A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058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47B3-F5DB-5190-57E7-9D1A2DB4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The </a:t>
            </a:r>
            <a:r>
              <a:rPr lang="en-PH" sz="7200" b="1" dirty="0"/>
              <a:t>ant</a:t>
            </a:r>
            <a:r>
              <a:rPr lang="en-PH" sz="7200" dirty="0"/>
              <a:t> is color red</a:t>
            </a:r>
          </a:p>
        </p:txBody>
      </p:sp>
    </p:spTree>
    <p:extLst>
      <p:ext uri="{BB962C8B-B14F-4D97-AF65-F5344CB8AC3E}">
        <p14:creationId xmlns:p14="http://schemas.microsoft.com/office/powerpoint/2010/main" val="80052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4A9B-5641-AC12-BFAE-C24BE4EB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B6404-675C-539E-D511-A351A6070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An</a:t>
            </a:r>
            <a:r>
              <a:rPr lang="en-PH" sz="7200" b="1" dirty="0"/>
              <a:t> Apple </a:t>
            </a:r>
            <a:r>
              <a:rPr lang="en-PH" sz="7200" dirty="0"/>
              <a:t>in the table</a:t>
            </a:r>
          </a:p>
        </p:txBody>
      </p:sp>
    </p:spTree>
    <p:extLst>
      <p:ext uri="{BB962C8B-B14F-4D97-AF65-F5344CB8AC3E}">
        <p14:creationId xmlns:p14="http://schemas.microsoft.com/office/powerpoint/2010/main" val="38770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2342-C4E4-2C4F-351D-D6C04853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A13A-B993-9DBF-EF0E-C99AC330E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b="1" dirty="0"/>
              <a:t>Airplane </a:t>
            </a:r>
            <a:r>
              <a:rPr lang="en-PH" sz="7200" dirty="0"/>
              <a:t>is flying</a:t>
            </a:r>
            <a:r>
              <a:rPr lang="en-PH" sz="7200" b="1" dirty="0"/>
              <a:t> </a:t>
            </a:r>
            <a:r>
              <a:rPr lang="en-PH" sz="7200" dirty="0"/>
              <a:t>in the sky</a:t>
            </a:r>
          </a:p>
        </p:txBody>
      </p:sp>
    </p:spTree>
    <p:extLst>
      <p:ext uri="{BB962C8B-B14F-4D97-AF65-F5344CB8AC3E}">
        <p14:creationId xmlns:p14="http://schemas.microsoft.com/office/powerpoint/2010/main" val="225609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0FFB-C2D6-1119-6501-4887AC6B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2868-C9C1-9565-03B8-C056F5EF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The </a:t>
            </a:r>
            <a:r>
              <a:rPr lang="en-PH" sz="7200" b="1" dirty="0"/>
              <a:t>Alligator </a:t>
            </a:r>
            <a:r>
              <a:rPr lang="en-PH" sz="7200" dirty="0"/>
              <a:t>in the pond is huge</a:t>
            </a:r>
            <a:endParaRPr lang="en-PH" sz="7200" b="1" dirty="0"/>
          </a:p>
        </p:txBody>
      </p:sp>
    </p:spTree>
    <p:extLst>
      <p:ext uri="{BB962C8B-B14F-4D97-AF65-F5344CB8AC3E}">
        <p14:creationId xmlns:p14="http://schemas.microsoft.com/office/powerpoint/2010/main" val="408875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44DD-2167-FCD1-72BE-5B9F24EF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78F6-545F-CFC5-9C75-B2B5A29FE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b="1" dirty="0"/>
              <a:t>Astronaut </a:t>
            </a:r>
            <a:r>
              <a:rPr lang="en-PH" sz="7200" dirty="0"/>
              <a:t>is my dream job</a:t>
            </a:r>
            <a:endParaRPr lang="en-PH" sz="7200" b="1" dirty="0"/>
          </a:p>
        </p:txBody>
      </p:sp>
    </p:spTree>
    <p:extLst>
      <p:ext uri="{BB962C8B-B14F-4D97-AF65-F5344CB8AC3E}">
        <p14:creationId xmlns:p14="http://schemas.microsoft.com/office/powerpoint/2010/main" val="281395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28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Gomez</dc:creator>
  <cp:lastModifiedBy>Eduard Gomez</cp:lastModifiedBy>
  <cp:revision>9</cp:revision>
  <dcterms:created xsi:type="dcterms:W3CDTF">2026-01-24T07:16:40Z</dcterms:created>
  <dcterms:modified xsi:type="dcterms:W3CDTF">2026-02-03T13:41:52Z</dcterms:modified>
</cp:coreProperties>
</file>