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Ab</a:t>
            </a:r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4A9B-5641-AC12-BFAE-C24BE4EB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6404-675C-539E-D511-A351A607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Ad</a:t>
            </a:r>
          </a:p>
        </p:txBody>
      </p:sp>
    </p:spTree>
    <p:extLst>
      <p:ext uri="{BB962C8B-B14F-4D97-AF65-F5344CB8AC3E}">
        <p14:creationId xmlns:p14="http://schemas.microsoft.com/office/powerpoint/2010/main" val="38770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2342-C4E4-2C4F-351D-D6C04853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A13A-B993-9DBF-EF0E-C99AC330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 err="1"/>
              <a:t>Af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25609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0FFB-C2D6-1119-6501-4887AC6B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2868-C9C1-9565-03B8-C056F5EF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Ag</a:t>
            </a:r>
          </a:p>
        </p:txBody>
      </p:sp>
    </p:spTree>
    <p:extLst>
      <p:ext uri="{BB962C8B-B14F-4D97-AF65-F5344CB8AC3E}">
        <p14:creationId xmlns:p14="http://schemas.microsoft.com/office/powerpoint/2010/main" val="408875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44DD-2167-FCD1-72BE-5B9F24EF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78F6-545F-CFC5-9C75-B2B5A29F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/>
              <a:t>Am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81395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6</cp:revision>
  <dcterms:created xsi:type="dcterms:W3CDTF">2026-01-24T07:16:40Z</dcterms:created>
  <dcterms:modified xsi:type="dcterms:W3CDTF">2026-02-03T13:31:25Z</dcterms:modified>
</cp:coreProperties>
</file>