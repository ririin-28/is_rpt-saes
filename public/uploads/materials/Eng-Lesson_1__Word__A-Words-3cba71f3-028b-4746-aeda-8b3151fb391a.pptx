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Apple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Ant</a:t>
            </a:r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Airplane</a:t>
            </a:r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 dirty="0"/>
              <a:t>Alligator</a:t>
            </a:r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PH" sz="7200"/>
              <a:t>Astronaut</a:t>
            </a:r>
            <a:endParaRPr lang="en-PH" sz="7200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7</cp:revision>
  <dcterms:created xsi:type="dcterms:W3CDTF">2026-01-24T07:16:40Z</dcterms:created>
  <dcterms:modified xsi:type="dcterms:W3CDTF">2026-02-03T13:33:59Z</dcterms:modified>
</cp:coreProperties>
</file>