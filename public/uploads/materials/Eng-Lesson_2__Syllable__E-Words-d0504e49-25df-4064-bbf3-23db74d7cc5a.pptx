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Ed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805A-6BBC-32C2-9B0B-2C0F1A8D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D0468-6B9D-660D-7D16-B98985B1F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Ef</a:t>
            </a:r>
          </a:p>
        </p:txBody>
      </p:sp>
    </p:spTree>
    <p:extLst>
      <p:ext uri="{BB962C8B-B14F-4D97-AF65-F5344CB8AC3E}">
        <p14:creationId xmlns:p14="http://schemas.microsoft.com/office/powerpoint/2010/main" val="307620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1B06-8038-B3F6-FD1D-667C691C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9F8C-BEE0-3E90-DE76-7725C9AE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Ek</a:t>
            </a:r>
          </a:p>
        </p:txBody>
      </p:sp>
    </p:spTree>
    <p:extLst>
      <p:ext uri="{BB962C8B-B14F-4D97-AF65-F5344CB8AC3E}">
        <p14:creationId xmlns:p14="http://schemas.microsoft.com/office/powerpoint/2010/main" val="105946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F8FB-DA96-FD42-F4D6-EF211844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3176-775C-CB9B-3BAA-F20B55DC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El</a:t>
            </a:r>
          </a:p>
        </p:txBody>
      </p:sp>
    </p:spTree>
    <p:extLst>
      <p:ext uri="{BB962C8B-B14F-4D97-AF65-F5344CB8AC3E}">
        <p14:creationId xmlns:p14="http://schemas.microsoft.com/office/powerpoint/2010/main" val="302265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8C8F-B369-7233-B9FA-C27C0BE7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BB6F-B36E-ECB1-FE12-4BA2957DC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Em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130891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11</cp:revision>
  <dcterms:created xsi:type="dcterms:W3CDTF">2026-01-24T07:16:40Z</dcterms:created>
  <dcterms:modified xsi:type="dcterms:W3CDTF">2026-02-03T13:48:02Z</dcterms:modified>
</cp:coreProperties>
</file>