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PH" sz="7200" dirty="0" err="1"/>
              <a:t>Pumunta</a:t>
            </a:r>
            <a:r>
              <a:rPr lang="en-PH" sz="7200" dirty="0"/>
              <a:t> </a:t>
            </a:r>
            <a:r>
              <a:rPr lang="en-PH" sz="7200" dirty="0" err="1"/>
              <a:t>si</a:t>
            </a:r>
            <a:r>
              <a:rPr lang="en-PH" sz="7200" dirty="0"/>
              <a:t> </a:t>
            </a:r>
            <a:r>
              <a:rPr lang="en-PH" sz="7200" b="1" dirty="0"/>
              <a:t>Anya</a:t>
            </a:r>
            <a:r>
              <a:rPr lang="en-PH" sz="7200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</a:t>
            </a:r>
            <a:r>
              <a:rPr lang="en-PH" sz="7200" dirty="0" err="1"/>
              <a:t>dalampasigan</a:t>
            </a:r>
            <a:r>
              <a:rPr lang="en-PH" sz="7200" dirty="0"/>
              <a:t>. Nakita </a:t>
            </a:r>
            <a:r>
              <a:rPr lang="en-PH" sz="7200" dirty="0" err="1"/>
              <a:t>niya</a:t>
            </a:r>
            <a:r>
              <a:rPr lang="en-PH" sz="7200" dirty="0"/>
              <a:t> ang </a:t>
            </a:r>
            <a:r>
              <a:rPr lang="en-PH" sz="7200" b="1" dirty="0" err="1"/>
              <a:t>apat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b="1" dirty="0" err="1"/>
              <a:t>aso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dirty="0" err="1"/>
              <a:t>naglalaro</a:t>
            </a:r>
            <a:r>
              <a:rPr lang="en-PH" sz="7200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tabi ng </a:t>
            </a:r>
            <a:r>
              <a:rPr lang="en-PH" sz="7200" b="1" dirty="0" err="1"/>
              <a:t>alon</a:t>
            </a:r>
            <a:r>
              <a:rPr lang="en-PH" sz="7200" dirty="0"/>
              <a:t>. Dahil </a:t>
            </a:r>
            <a:r>
              <a:rPr lang="en-PH" sz="7200" dirty="0" err="1"/>
              <a:t>mainit</a:t>
            </a:r>
            <a:r>
              <a:rPr lang="en-PH" sz="7200" dirty="0"/>
              <a:t> ang </a:t>
            </a:r>
            <a:r>
              <a:rPr lang="en-PH" sz="7200" dirty="0" err="1"/>
              <a:t>panahon</a:t>
            </a:r>
            <a:r>
              <a:rPr lang="en-PH" sz="7200" dirty="0"/>
              <a:t>, </a:t>
            </a:r>
            <a:r>
              <a:rPr lang="en-PH" sz="7200" dirty="0" err="1"/>
              <a:t>kinuha</a:t>
            </a:r>
            <a:r>
              <a:rPr lang="en-PH" sz="7200" dirty="0"/>
              <a:t> </a:t>
            </a:r>
            <a:r>
              <a:rPr lang="en-PH" sz="7200" dirty="0" err="1"/>
              <a:t>niya</a:t>
            </a:r>
            <a:r>
              <a:rPr lang="en-PH" sz="7200" dirty="0"/>
              <a:t> ang </a:t>
            </a:r>
            <a:r>
              <a:rPr lang="en-PH" sz="7200" dirty="0" err="1"/>
              <a:t>kanyang</a:t>
            </a:r>
            <a:r>
              <a:rPr lang="en-PH" sz="7200" dirty="0"/>
              <a:t> </a:t>
            </a:r>
            <a:r>
              <a:rPr lang="en-PH" sz="7200" b="1" dirty="0" err="1"/>
              <a:t>abaniko</a:t>
            </a:r>
            <a:r>
              <a:rPr lang="en-PH" sz="7200" dirty="0"/>
              <a:t>. Maya-maya, </a:t>
            </a:r>
            <a:r>
              <a:rPr lang="en-PH" sz="7200" dirty="0" err="1"/>
              <a:t>kumain</a:t>
            </a:r>
            <a:r>
              <a:rPr lang="en-PH" sz="7200" dirty="0"/>
              <a:t> </a:t>
            </a:r>
            <a:r>
              <a:rPr lang="en-PH" sz="7200" dirty="0" err="1"/>
              <a:t>siya</a:t>
            </a:r>
            <a:r>
              <a:rPr lang="en-PH" sz="7200" dirty="0"/>
              <a:t> ng </a:t>
            </a:r>
            <a:r>
              <a:rPr lang="en-PH" sz="7200" dirty="0" err="1"/>
              <a:t>matamis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b="1" dirty="0" err="1"/>
              <a:t>atis</a:t>
            </a:r>
            <a:r>
              <a:rPr lang="en-PH" sz="7200" dirty="0"/>
              <a:t> </a:t>
            </a:r>
            <a:r>
              <a:rPr lang="en-PH" sz="7200" dirty="0" err="1"/>
              <a:t>habang</a:t>
            </a:r>
            <a:r>
              <a:rPr lang="en-PH" sz="7200" dirty="0"/>
              <a:t> </a:t>
            </a:r>
            <a:r>
              <a:rPr lang="en-PH" sz="7200" dirty="0" err="1"/>
              <a:t>nakatingin</a:t>
            </a:r>
            <a:r>
              <a:rPr lang="en-PH" sz="7200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</a:t>
            </a:r>
            <a:r>
              <a:rPr lang="en-PH" sz="7200" dirty="0" err="1"/>
              <a:t>malayo</a:t>
            </a:r>
            <a:r>
              <a:rPr lang="en-PH" sz="7200" dirty="0"/>
              <a:t>. Isang </a:t>
            </a:r>
            <a:r>
              <a:rPr lang="en-PH" sz="7200" b="1" dirty="0" err="1"/>
              <a:t>aliwalas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b="1" dirty="0" err="1"/>
              <a:t>araw</a:t>
            </a:r>
            <a:r>
              <a:rPr lang="en-PH" sz="7200" dirty="0"/>
              <a:t> </a:t>
            </a:r>
            <a:r>
              <a:rPr lang="en-PH" sz="7200" dirty="0" err="1"/>
              <a:t>ito</a:t>
            </a:r>
            <a:r>
              <a:rPr lang="en-PH" sz="7200" dirty="0"/>
              <a:t> para kay </a:t>
            </a:r>
            <a:r>
              <a:rPr lang="en-PH" sz="7200" b="1" dirty="0"/>
              <a:t>Anya</a:t>
            </a:r>
            <a:r>
              <a:rPr lang="en-PH" sz="7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12</cp:revision>
  <dcterms:created xsi:type="dcterms:W3CDTF">2026-01-24T07:16:40Z</dcterms:created>
  <dcterms:modified xsi:type="dcterms:W3CDTF">2026-02-03T14:49:47Z</dcterms:modified>
</cp:coreProperties>
</file>