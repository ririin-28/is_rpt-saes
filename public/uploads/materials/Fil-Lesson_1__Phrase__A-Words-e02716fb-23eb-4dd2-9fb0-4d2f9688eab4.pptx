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2" r:id="rId3"/>
    <p:sldId id="263" r:id="rId4"/>
    <p:sldId id="264" r:id="rId5"/>
    <p:sldId id="265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523062-C743-B156-CF8B-86A1499F68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F9EE515-E278-AE9A-BF2B-6C3EE2D9AE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7B1B59-5078-C2AA-AAB2-4E6A71DA4B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4E98E-1B73-4585-872A-967D18D2E566}" type="datetimeFigureOut">
              <a:rPr lang="en-PH" smtClean="0"/>
              <a:t>2/3/2026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2B5222-DC3F-A9E3-6F5E-BF0C3CFCF2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462067-56FC-8C08-5252-A23CD6A8F9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233C7-A34A-4846-8CE6-59571079101C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601961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8ACE00-F965-751B-57A1-7F589F554A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206B79-D9F5-C65A-631D-822F1338B0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8E79A6-0ECB-2B86-3F73-5D8838B0BC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4E98E-1B73-4585-872A-967D18D2E566}" type="datetimeFigureOut">
              <a:rPr lang="en-PH" smtClean="0"/>
              <a:t>2/3/2026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9208F6-8F3D-64E2-278D-F5B7424186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F220BB-AF60-5050-E2FA-808A606177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233C7-A34A-4846-8CE6-59571079101C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0750073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A0DB1C-5748-5AB5-8CA4-577774298D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FC010B-1771-B2AB-EB0D-4CC6ADB161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5994A0-C414-F633-7B7A-91CEF57E0D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4E98E-1B73-4585-872A-967D18D2E566}" type="datetimeFigureOut">
              <a:rPr lang="en-PH" smtClean="0"/>
              <a:t>2/3/2026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465788-B14E-07A7-D6DA-35457C715C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67A56A-0659-FD43-2555-4F6F7AD7D5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233C7-A34A-4846-8CE6-59571079101C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0891799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DFB32A-2D4E-B5C9-5BC3-E6F937DD2C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414431-6B66-2697-7667-84859DE9B5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E7DB28-0A07-7614-F659-7D8D497AD0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8263CF-360D-BC14-09EE-F0DB3B4911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4E98E-1B73-4585-872A-967D18D2E566}" type="datetimeFigureOut">
              <a:rPr lang="en-PH" smtClean="0"/>
              <a:t>2/3/2026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2A5A80-53B6-1D2D-377F-7DE5B28538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4FC352-02A5-E6CE-D317-FC8CD03FC4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233C7-A34A-4846-8CE6-59571079101C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569880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D9EEE3-9014-4EF6-804F-ED683F4234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9FE6BC-4080-5CF8-1180-D8B82ECDD7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1F063A-F51C-4884-BDFB-99495DCEF3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661850-5AF4-6A81-7572-6CD4E8E6A5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3BAB6BB-BD6E-9380-346F-8961C3301D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AEFEB8-C631-9A33-2F6F-993E7BF14A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4E98E-1B73-4585-872A-967D18D2E566}" type="datetimeFigureOut">
              <a:rPr lang="en-PH" smtClean="0"/>
              <a:t>2/3/2026</a:t>
            </a:fld>
            <a:endParaRPr lang="en-P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E522C3E-FFD4-F36A-FFF2-83C2458D1A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76058F4-CE87-598F-88DF-AB99971947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233C7-A34A-4846-8CE6-59571079101C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1527625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3BF798-5E32-9A95-B0F6-FC73702E73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82BC97-0BF6-DCD6-D650-825751FE8B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4E98E-1B73-4585-872A-967D18D2E566}" type="datetimeFigureOut">
              <a:rPr lang="en-PH" smtClean="0"/>
              <a:t>2/3/2026</a:t>
            </a:fld>
            <a:endParaRPr lang="en-P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62E5A5A-C36D-10A2-85A7-959EB24E1E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65E02E-F48C-20A6-2E0F-CF8C999CBA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233C7-A34A-4846-8CE6-59571079101C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699267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2A1BD95-10EB-4573-3205-10200DACD2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4E98E-1B73-4585-872A-967D18D2E566}" type="datetimeFigureOut">
              <a:rPr lang="en-PH" smtClean="0"/>
              <a:t>2/3/2026</a:t>
            </a:fld>
            <a:endParaRPr lang="en-P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D7FE0C1-2AD2-A980-AAE3-5888BE06EB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16F2BF-7410-A818-3068-31C7D491F2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233C7-A34A-4846-8CE6-59571079101C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5314245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1B3EF3-6E17-674E-897F-B8FA45EA4F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7A6224-23E1-C5DE-8C9F-AB2B9FC8D9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D4071E-B4D5-593B-8369-1FD01911DD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25ACAE-F47A-B9D0-EA25-98C0C45166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4E98E-1B73-4585-872A-967D18D2E566}" type="datetimeFigureOut">
              <a:rPr lang="en-PH" smtClean="0"/>
              <a:t>2/3/2026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A571F0-418D-DAA9-08AE-F08B72FF1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10839E-33FD-0CE3-C39D-687BC3DCC1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233C7-A34A-4846-8CE6-59571079101C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671208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E42469-0E87-F7B4-7F11-1CE496D3C9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1058CBB-32A3-7F87-1B4A-ED3C1578427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1CF77F-6340-C100-01D3-B64135CB6B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C3F5BA-C36E-DB39-92F4-EE13004163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4E98E-1B73-4585-872A-967D18D2E566}" type="datetimeFigureOut">
              <a:rPr lang="en-PH" smtClean="0"/>
              <a:t>2/3/2026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B688D1-0C96-4699-2216-AA6C552B25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F4D58B-48AC-88E6-2BEA-199F0ABA3F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233C7-A34A-4846-8CE6-59571079101C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0858241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7D83EF-CF15-F01A-0B90-26CF68D243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44B1C1E-3528-ABBA-7DFD-9E9E05E7E9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D8F1E8-B507-E0FD-66B5-E7100E101C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4E98E-1B73-4585-872A-967D18D2E566}" type="datetimeFigureOut">
              <a:rPr lang="en-PH" smtClean="0"/>
              <a:t>2/3/2026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B530BB-F51F-E5E8-6521-92CB656C89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59001F-A137-9514-3450-635A473047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233C7-A34A-4846-8CE6-59571079101C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7851871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2D31676-0A58-FC2D-CF23-F62EACDD24F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144DBF-C6D4-7CA3-2DD4-310BC78CAC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C55179-5996-A85C-0E70-632327ED9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4E98E-1B73-4585-872A-967D18D2E566}" type="datetimeFigureOut">
              <a:rPr lang="en-PH" smtClean="0"/>
              <a:t>2/3/2026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D38CA7-A545-5FC9-A4D8-DD546D5CD9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5290B0-2D04-E424-927A-32435D9D63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233C7-A34A-4846-8CE6-59571079101C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3220310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B208F06-0213-1983-2225-4500C26C42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B0D34C-D2D9-24FE-E858-003774BE91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C25A87-CB75-22C6-827F-7425533846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A4E98E-1B73-4585-872A-967D18D2E566}" type="datetimeFigureOut">
              <a:rPr lang="en-PH" smtClean="0"/>
              <a:t>2/3/2026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41F0A1-B9CA-BE18-E2C3-88AE4EF27F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2966EA-3949-49F4-CFA3-FAFAF71AEB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2233C7-A34A-4846-8CE6-59571079101C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1005835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B047B3-F5DB-5190-57E7-9D1A2DB48D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555" y="235974"/>
            <a:ext cx="11670890" cy="6386052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PH" sz="7200" b="1" dirty="0" err="1"/>
              <a:t>Apat</a:t>
            </a:r>
            <a:r>
              <a:rPr lang="en-PH" sz="7200" dirty="0"/>
              <a:t> </a:t>
            </a:r>
            <a:r>
              <a:rPr lang="en-PH" sz="7200" dirty="0" err="1"/>
              <a:t>na</a:t>
            </a:r>
            <a:r>
              <a:rPr lang="en-PH" sz="7200" dirty="0"/>
              <a:t> </a:t>
            </a:r>
            <a:r>
              <a:rPr lang="en-PH" sz="7200" b="1" dirty="0" err="1"/>
              <a:t>aso</a:t>
            </a:r>
            <a:endParaRPr lang="en-PH" sz="7200" dirty="0"/>
          </a:p>
        </p:txBody>
      </p:sp>
    </p:spTree>
    <p:extLst>
      <p:ext uri="{BB962C8B-B14F-4D97-AF65-F5344CB8AC3E}">
        <p14:creationId xmlns:p14="http://schemas.microsoft.com/office/powerpoint/2010/main" val="8005246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A24A9B-5641-AC12-BFAE-C24BE4EBEB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1B6404-675C-539E-D511-A351A60701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555" y="235974"/>
            <a:ext cx="11670890" cy="6386052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PH" sz="7200" b="1" dirty="0" err="1"/>
              <a:t>Mainit</a:t>
            </a:r>
            <a:r>
              <a:rPr lang="en-PH" sz="7200" dirty="0"/>
              <a:t> </a:t>
            </a:r>
            <a:r>
              <a:rPr lang="en-PH" sz="7200" dirty="0" err="1"/>
              <a:t>na</a:t>
            </a:r>
            <a:r>
              <a:rPr lang="en-PH" sz="7200" dirty="0"/>
              <a:t> </a:t>
            </a:r>
            <a:r>
              <a:rPr lang="en-PH" sz="7200" b="1" dirty="0" err="1"/>
              <a:t>apoy</a:t>
            </a:r>
            <a:endParaRPr lang="en-PH" sz="7200" dirty="0"/>
          </a:p>
        </p:txBody>
      </p:sp>
    </p:spTree>
    <p:extLst>
      <p:ext uri="{BB962C8B-B14F-4D97-AF65-F5344CB8AC3E}">
        <p14:creationId xmlns:p14="http://schemas.microsoft.com/office/powerpoint/2010/main" val="3877001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EC2342-C4E4-2C4F-351D-D6C048535A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28A13A-B993-9DBF-EF0E-C99AC330E1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555" y="235974"/>
            <a:ext cx="11670890" cy="6386052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PH" sz="7200" b="1" dirty="0"/>
              <a:t>Asul</a:t>
            </a:r>
            <a:r>
              <a:rPr lang="en-PH" sz="7200" dirty="0"/>
              <a:t> </a:t>
            </a:r>
            <a:r>
              <a:rPr lang="en-PH" sz="7200" dirty="0" err="1"/>
              <a:t>na</a:t>
            </a:r>
            <a:r>
              <a:rPr lang="en-PH" sz="7200" dirty="0"/>
              <a:t> </a:t>
            </a:r>
            <a:r>
              <a:rPr lang="en-PH" sz="7200" b="1" dirty="0" err="1"/>
              <a:t>atis</a:t>
            </a:r>
            <a:endParaRPr lang="en-PH" sz="7200" dirty="0"/>
          </a:p>
        </p:txBody>
      </p:sp>
    </p:spTree>
    <p:extLst>
      <p:ext uri="{BB962C8B-B14F-4D97-AF65-F5344CB8AC3E}">
        <p14:creationId xmlns:p14="http://schemas.microsoft.com/office/powerpoint/2010/main" val="22560910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C70FFB-C2D6-1119-6501-4887AC6B12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742868-C9C1-9565-03B8-C056F5EFC6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555" y="235974"/>
            <a:ext cx="11670890" cy="6386052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PH" sz="7200" b="1" dirty="0" err="1"/>
              <a:t>Abaniko</a:t>
            </a:r>
            <a:r>
              <a:rPr lang="en-PH" sz="7200" dirty="0"/>
              <a:t> </a:t>
            </a:r>
            <a:r>
              <a:rPr lang="en-PH" sz="7200" dirty="0" err="1"/>
              <a:t>ni</a:t>
            </a:r>
            <a:r>
              <a:rPr lang="en-PH" sz="7200" dirty="0"/>
              <a:t> </a:t>
            </a:r>
            <a:r>
              <a:rPr lang="en-PH" sz="7200" b="1" dirty="0"/>
              <a:t>Anya</a:t>
            </a:r>
            <a:endParaRPr lang="en-PH" sz="7200" dirty="0"/>
          </a:p>
        </p:txBody>
      </p:sp>
    </p:spTree>
    <p:extLst>
      <p:ext uri="{BB962C8B-B14F-4D97-AF65-F5344CB8AC3E}">
        <p14:creationId xmlns:p14="http://schemas.microsoft.com/office/powerpoint/2010/main" val="40887537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1D44DD-2167-FCD1-72BE-5B9F24EF06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EC78F6-545F-CFC5-9C75-B2B5A29FE0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555" y="235974"/>
            <a:ext cx="11670890" cy="6386052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PH" sz="7200" dirty="0" err="1"/>
              <a:t>Malaking</a:t>
            </a:r>
            <a:r>
              <a:rPr lang="en-PH" sz="7200" dirty="0"/>
              <a:t> </a:t>
            </a:r>
            <a:r>
              <a:rPr lang="en-PH" sz="7200" b="1" dirty="0" err="1"/>
              <a:t>alon</a:t>
            </a:r>
            <a:endParaRPr lang="en-PH" sz="7200" b="1" dirty="0"/>
          </a:p>
        </p:txBody>
      </p:sp>
    </p:spTree>
    <p:extLst>
      <p:ext uri="{BB962C8B-B14F-4D97-AF65-F5344CB8AC3E}">
        <p14:creationId xmlns:p14="http://schemas.microsoft.com/office/powerpoint/2010/main" val="28139512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</TotalTime>
  <Words>14</Words>
  <Application>Microsoft Office PowerPoint</Application>
  <PresentationFormat>Widescreen</PresentationFormat>
  <Paragraphs>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Eduard Gomez</dc:creator>
  <cp:lastModifiedBy>Eduard Gomez</cp:lastModifiedBy>
  <cp:revision>9</cp:revision>
  <dcterms:created xsi:type="dcterms:W3CDTF">2026-01-24T07:16:40Z</dcterms:created>
  <dcterms:modified xsi:type="dcterms:W3CDTF">2026-02-03T14:47:08Z</dcterms:modified>
</cp:coreProperties>
</file>