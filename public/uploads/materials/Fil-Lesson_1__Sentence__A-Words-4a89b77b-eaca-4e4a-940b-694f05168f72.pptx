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 err="1"/>
              <a:t>Nakakita</a:t>
            </a:r>
            <a:r>
              <a:rPr lang="en-PH" sz="7200" dirty="0"/>
              <a:t> </a:t>
            </a:r>
            <a:r>
              <a:rPr lang="en-PH" sz="7200" dirty="0" err="1"/>
              <a:t>ako</a:t>
            </a:r>
            <a:r>
              <a:rPr lang="en-PH" sz="7200" dirty="0"/>
              <a:t> ng </a:t>
            </a:r>
            <a:r>
              <a:rPr lang="en-PH" sz="7200" b="1" dirty="0" err="1"/>
              <a:t>apat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b="1" dirty="0" err="1"/>
              <a:t>aso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 err="1"/>
              <a:t>Maingat</a:t>
            </a:r>
            <a:r>
              <a:rPr lang="en-PH" sz="7200" dirty="0"/>
              <a:t> kami </a:t>
            </a:r>
            <a:r>
              <a:rPr lang="en-PH" sz="7200" dirty="0" err="1"/>
              <a:t>sa</a:t>
            </a:r>
            <a:r>
              <a:rPr lang="en-PH" sz="7200" dirty="0"/>
              <a:t> </a:t>
            </a:r>
            <a:r>
              <a:rPr lang="en-PH" sz="7200" b="1" dirty="0" err="1"/>
              <a:t>apoy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 err="1"/>
              <a:t>Masarap</a:t>
            </a:r>
            <a:r>
              <a:rPr lang="en-PH" sz="7200" dirty="0"/>
              <a:t> </a:t>
            </a:r>
            <a:r>
              <a:rPr lang="en-PH" sz="7200" dirty="0" err="1"/>
              <a:t>kumain</a:t>
            </a:r>
            <a:r>
              <a:rPr lang="en-PH" sz="7200" dirty="0"/>
              <a:t> ng </a:t>
            </a:r>
            <a:r>
              <a:rPr lang="en-PH" sz="7200" b="1" dirty="0" err="1"/>
              <a:t>atis</a:t>
            </a:r>
            <a:r>
              <a:rPr lang="en-PH" sz="7200" b="1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</a:t>
            </a:r>
            <a:r>
              <a:rPr lang="en-PH" sz="7200" dirty="0" err="1"/>
              <a:t>hapon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n-NO" sz="7200" dirty="0"/>
              <a:t>Ginamit ni Lola ang kanyang </a:t>
            </a:r>
            <a:r>
              <a:rPr lang="nn-NO" sz="7200" b="1" dirty="0"/>
              <a:t>abaniko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v-SE" sz="7200"/>
              <a:t>Malakas ang </a:t>
            </a:r>
            <a:r>
              <a:rPr lang="sv-SE" sz="7200" b="1"/>
              <a:t>alon</a:t>
            </a:r>
            <a:r>
              <a:rPr lang="sv-SE" sz="7200"/>
              <a:t> sa dagat</a:t>
            </a: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11</cp:revision>
  <dcterms:created xsi:type="dcterms:W3CDTF">2026-01-24T07:16:40Z</dcterms:created>
  <dcterms:modified xsi:type="dcterms:W3CDTF">2026-02-03T14:48:58Z</dcterms:modified>
</cp:coreProperties>
</file>