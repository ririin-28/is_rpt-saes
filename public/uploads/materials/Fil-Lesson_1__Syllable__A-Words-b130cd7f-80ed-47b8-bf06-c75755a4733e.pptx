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Ad</a:t>
            </a:r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Ag</a:t>
            </a:r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Al</a:t>
            </a:r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/>
              <a:t>Am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7</cp:revision>
  <dcterms:created xsi:type="dcterms:W3CDTF">2026-01-24T07:16:40Z</dcterms:created>
  <dcterms:modified xsi:type="dcterms:W3CDTF">2026-02-03T14:44:13Z</dcterms:modified>
</cp:coreProperties>
</file>