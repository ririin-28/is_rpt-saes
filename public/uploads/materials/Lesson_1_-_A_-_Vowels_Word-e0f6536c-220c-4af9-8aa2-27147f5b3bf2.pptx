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A fat cat had a nap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The man ran to the van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Pam had jam on a ham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Dad has a tan bag</a:t>
            </a:r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/>
              <a:t>A rat sat on a pan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29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5</cp:revision>
  <dcterms:created xsi:type="dcterms:W3CDTF">2026-01-24T07:16:40Z</dcterms:created>
  <dcterms:modified xsi:type="dcterms:W3CDTF">2026-01-29T05:11:30Z</dcterms:modified>
</cp:coreProperties>
</file>