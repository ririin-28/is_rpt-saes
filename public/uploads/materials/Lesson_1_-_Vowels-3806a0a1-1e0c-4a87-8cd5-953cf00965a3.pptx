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1/25/2026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The fat rat ran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A pig in a wig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The sun is hot</a:t>
            </a:r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Ten men in a den</a:t>
            </a:r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A</a:t>
            </a:r>
            <a:br>
              <a:rPr lang="en-US" sz="7200" dirty="0"/>
            </a:br>
            <a:r>
              <a:rPr lang="en-US" sz="7200" dirty="0"/>
              <a:t>An</a:t>
            </a:r>
            <a:br>
              <a:rPr lang="en-US" sz="7200" dirty="0"/>
            </a:br>
            <a:r>
              <a:rPr lang="en-US" sz="7200" dirty="0"/>
              <a:t>Ant</a:t>
            </a:r>
            <a:br>
              <a:rPr lang="en-US" sz="7200" dirty="0"/>
            </a:br>
            <a:r>
              <a:rPr lang="en-US" sz="7200" dirty="0"/>
              <a:t>Aunt</a:t>
            </a:r>
            <a:br>
              <a:rPr lang="en-US" sz="7200" dirty="0"/>
            </a:br>
            <a:r>
              <a:rPr lang="en-US" sz="7200" dirty="0"/>
              <a:t>Alright</a:t>
            </a:r>
            <a:br>
              <a:rPr lang="en-US" sz="7200" dirty="0"/>
            </a:br>
            <a:r>
              <a:rPr lang="en-US" sz="7200" dirty="0"/>
              <a:t>Alligator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29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4</cp:revision>
  <dcterms:created xsi:type="dcterms:W3CDTF">2026-01-24T07:16:40Z</dcterms:created>
  <dcterms:modified xsi:type="dcterms:W3CDTF">2026-01-25T11:18:35Z</dcterms:modified>
</cp:coreProperties>
</file>