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3062-C743-B156-CF8B-86A1499F6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EE515-E278-AE9A-BF2B-6C3EE2D9A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1B59-5078-C2AA-AAB2-4E6A71DA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B5222-DC3F-A9E3-6F5E-BF0C3CFC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2067-56FC-8C08-5252-A23CD6A8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19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CE00-F965-751B-57A1-7F589F55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6B79-D9F5-C65A-631D-822F1338B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E79A6-0ECB-2B86-3F73-5D8838B0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208F6-8F3D-64E2-278D-F5B74241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220BB-AF60-5050-E2FA-808A6061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500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DB1C-5748-5AB5-8CA4-57777429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C010B-1771-B2AB-EB0D-4CC6ADB16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994A0-C414-F633-7B7A-91CEF57E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65788-B14E-07A7-D6DA-35457C71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A56A-0659-FD43-2555-4F6F7AD7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17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B32A-2D4E-B5C9-5BC3-E6F937DD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4431-6B66-2697-7667-84859DE9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7DB28-0A07-7614-F659-7D8D497AD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263CF-360D-BC14-09EE-F0DB3B49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A5A80-53B6-1D2D-377F-7DE5B285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FC352-02A5-E6CE-D317-FC8CD03F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98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EEE3-9014-4EF6-804F-ED683F42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FE6BC-4080-5CF8-1180-D8B82ECD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F063A-F51C-4884-BDFB-99495DCEF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61850-5AF4-6A81-7572-6CD4E8E6A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AB6BB-BD6E-9380-346F-8961C3301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EFEB8-C631-9A33-2F6F-993E7BF1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1/24/2026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22C3E-FFD4-F36A-FFF2-83C2458D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058F4-CE87-598F-88DF-AB999719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276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F798-5E32-9A95-B0F6-FC73702E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2BC97-0BF6-DCD6-D650-825751FE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1/24/2026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E5A5A-C36D-10A2-85A7-959EB24E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5E02E-F48C-20A6-2E0F-CF8C999CB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92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1BD95-10EB-4573-3205-10200DAC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1/24/2026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FE0C1-2AD2-A980-AAE3-5888BE06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6F2BF-7410-A818-3068-31C7D491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142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3EF3-6E17-674E-897F-B8FA45EA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6224-23E1-C5DE-8C9F-AB2B9FC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4071E-B4D5-593B-8369-1FD01911D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ACAE-F47A-B9D0-EA25-98C0C451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571F0-418D-DAA9-08AE-F08B72FF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0839E-33FD-0CE3-C39D-687BC3DC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12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2469-0E87-F7B4-7F11-1CE496D3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58CBB-32A3-7F87-1B4A-ED3C157842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CF77F-6340-C100-01D3-B64135CB6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3F5BA-C36E-DB39-92F4-EE130041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688D1-0C96-4699-2216-AA6C552B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4D58B-48AC-88E6-2BEA-199F0ABA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582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83EF-CF15-F01A-0B90-26CF68D2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B1C1E-3528-ABBA-7DFD-9E9E05E7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8F1E8-B507-E0FD-66B5-E7100E10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30BB-F51F-E5E8-6521-92CB656C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9001F-A137-9514-3450-635A4730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518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31676-0A58-FC2D-CF23-F62EACDD2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44DBF-C6D4-7CA3-2DD4-310BC78CA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5179-5996-A85C-0E70-632327ED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8CA7-A545-5FC9-A4D8-DD546D5C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290B0-2D04-E424-927A-32435D9D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203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08F06-0213-1983-2225-4500C26C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0D34C-D2D9-24FE-E858-003774BE9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5A87-CB75-22C6-827F-742553384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4E98E-1B73-4585-872A-967D18D2E566}" type="datetimeFigureOut">
              <a:rPr lang="en-PH" smtClean="0"/>
              <a:t>1/24/2026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F0A1-B9CA-BE18-E2C3-88AE4EF27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66EA-3949-49F4-CFA3-FAFAF71AE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058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267E0-7860-FC38-D0A9-FEB2C0D1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047B3-F5DB-5190-57E7-9D1A2DB48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The fat rat ran</a:t>
            </a:r>
          </a:p>
        </p:txBody>
      </p:sp>
    </p:spTree>
    <p:extLst>
      <p:ext uri="{BB962C8B-B14F-4D97-AF65-F5344CB8AC3E}">
        <p14:creationId xmlns:p14="http://schemas.microsoft.com/office/powerpoint/2010/main" val="800524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B356A-EE26-3A1F-D407-734E1CC35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67330-4338-5601-FEC7-2D2113705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6B0D0-C949-D8EF-3F7C-5D425A060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/>
              <a:t>A pig in a wig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2639654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3C426-774F-FCA8-BD4D-FBD3AD91A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4D458-DAA2-51B0-6F88-BABBBBE9B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58307-38CE-3EFD-F68A-5257C95FD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The sun is hot</a:t>
            </a:r>
          </a:p>
        </p:txBody>
      </p:sp>
    </p:spTree>
    <p:extLst>
      <p:ext uri="{BB962C8B-B14F-4D97-AF65-F5344CB8AC3E}">
        <p14:creationId xmlns:p14="http://schemas.microsoft.com/office/powerpoint/2010/main" val="2468334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842D3-18B6-AA4C-9A17-6CC362B83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512CD-1793-CB57-E47A-67DA3A405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D0B9D-7D95-33EB-ED63-F4258E140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Ten men in a den</a:t>
            </a:r>
          </a:p>
        </p:txBody>
      </p:sp>
    </p:spTree>
    <p:extLst>
      <p:ext uri="{BB962C8B-B14F-4D97-AF65-F5344CB8AC3E}">
        <p14:creationId xmlns:p14="http://schemas.microsoft.com/office/powerpoint/2010/main" val="509457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5AD92-25B4-004E-4FF8-C4106C41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B1000-4FE1-217D-A608-9335F859D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4A51A-893E-77CF-2C17-A12F5F89A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/>
              <a:t>The dog sat on a log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2748803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 Gomez</dc:creator>
  <cp:lastModifiedBy>Eduard Gomez</cp:lastModifiedBy>
  <cp:revision>1</cp:revision>
  <dcterms:created xsi:type="dcterms:W3CDTF">2026-01-24T07:16:40Z</dcterms:created>
  <dcterms:modified xsi:type="dcterms:W3CDTF">2026-01-24T07:22:26Z</dcterms:modified>
</cp:coreProperties>
</file>